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645920"/>
            <a:ext cx="4754880" cy="4754880"/>
          </a:xfrm>
          <a:prstGeom prst="ellipse">
            <a:avLst/>
          </a:prstGeom>
          <a:ln w="15875">
            <a:solidFill>
              <a:srgbClr val="B8862E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846320"/>
            <a:ext cx="2834640" cy="2834640"/>
          </a:xfrm>
          <a:prstGeom prst="ellipse">
            <a:avLst/>
          </a:prstGeom>
          <a:ln w="12700">
            <a:solidFill>
              <a:srgbClr val="B8862E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A1816"/>
          </a:solidFill>
          <a:ln w="19050">
            <a:solidFill>
              <a:srgbClr val="B8862E"/>
            </a:solidFill>
            <a:prstDash val="solid"/>
          </a:ln>
        </p:spPr>
      </p:sp>
      <p:pic>
        <p:nvPicPr>
          <p:cNvPr id="5" name="Image 0" descr="/home/claude/fashion_deck/icons/tshir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982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 SUBMISSION   •   25CS1201E   •   TERM-III, 2025–26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Lookbook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i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Style Guide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B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Curating outfits. Simplifying fashion discovery, one lookbook at a time.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6235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spc="15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Podduturi Kartheek Reddy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2520090015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09360" y="56235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spc="15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Muppana Chinmaya Apoorva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2520030078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4ECE2"/>
          </a:solidFill>
          <a:ln w="15875">
            <a:solidFill>
              <a:srgbClr val="B8862E"/>
            </a:solidFill>
            <a:prstDash val="solid"/>
          </a:ln>
        </p:spPr>
      </p:sp>
      <p:pic>
        <p:nvPicPr>
          <p:cNvPr id="3" name="Image 0" descr="/home/claude/fashion_deck/icons/tshirt_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38912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6446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Fashion Lookbook &amp; Style Guide web application is an online platform that helps users explore fashion trends, outfit ideas, and personal styling suggestions.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6446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view clothing combinations, create lookbooks, and organize styles based on occasions, seasons, or preferences.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6446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helps fashion designers, boutiques, and brands showcase their latest collections digitally.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360920" y="1691640"/>
            <a:ext cx="4187952" cy="4206240"/>
          </a:xfrm>
          <a:prstGeom prst="roundRect">
            <a:avLst>
              <a:gd name="adj" fmla="val 2620"/>
            </a:avLst>
          </a:prstGeom>
          <a:solidFill>
            <a:srgbClr val="F4ECE2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35240" y="199339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8862E"/>
            </a:solidFill>
            <a:prstDash val="solid"/>
          </a:ln>
        </p:spPr>
      </p:sp>
      <p:pic>
        <p:nvPicPr>
          <p:cNvPr id="10" name="Image 1" descr="/home/claude/fashion_deck/icons/star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972" y="2135124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635240" y="310896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i="1" dirty="0">
                <a:solidFill>
                  <a:srgbClr val="1A1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fashion discovery simple, organized, and accessible through a modern web-based platform.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4ECE2"/>
          </a:solidFill>
          <a:ln w="15875">
            <a:solidFill>
              <a:srgbClr val="B8862E"/>
            </a:solidFill>
            <a:prstDash val="solid"/>
          </a:ln>
        </p:spPr>
      </p:sp>
      <p:pic>
        <p:nvPicPr>
          <p:cNvPr id="3" name="Image 0" descr="/home/claude/fashion_deck/icons/tags_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38912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Mapping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508760" y="1161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A6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responsibilities at a glance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DDD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92808"/>
            <a:ext cx="621792" cy="62179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B8862E"/>
            </a:solidFill>
            <a:prstDash val="solid"/>
          </a:ln>
        </p:spPr>
      </p:sp>
      <p:pic>
        <p:nvPicPr>
          <p:cNvPr id="8" name="Image 1" descr="/home/claude/fashion_deck/icons/lock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346" y="2054474"/>
            <a:ext cx="298460" cy="298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810512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Login/Signup &amp; Session handling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891272" y="1810512"/>
            <a:ext cx="3429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 Reddy</a:t>
            </a:r>
            <a:endParaRPr lang="en-US" sz="15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2520090015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2862072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F4ECE2"/>
          </a:solidFill>
          <a:ln w="12700">
            <a:solidFill>
              <a:srgbClr val="E5DDD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68680" y="3063240"/>
            <a:ext cx="621792" cy="62179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B8862E"/>
            </a:solidFill>
            <a:prstDash val="solid"/>
          </a:ln>
        </p:spPr>
      </p:sp>
      <p:pic>
        <p:nvPicPr>
          <p:cNvPr id="13" name="Image 2" descr="/home/claude/fashion_deck/icons/tshirt_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3224906"/>
            <a:ext cx="298460" cy="298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2980944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Lookbook</a:t>
            </a:r>
            <a:endParaRPr lang="en-US" sz="1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collections &amp; Filtering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891272" y="2980944"/>
            <a:ext cx="3429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 Reddy</a:t>
            </a:r>
            <a:endParaRPr lang="en-US" sz="15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2520090015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4032504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DDD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33672"/>
            <a:ext cx="621792" cy="62179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B8862E"/>
            </a:solidFill>
            <a:prstDash val="solid"/>
          </a:ln>
        </p:spPr>
      </p:sp>
      <p:pic>
        <p:nvPicPr>
          <p:cNvPr id="18" name="Image 3" descr="/home/claude/fashion_deck/icons/heart_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46" y="4395338"/>
            <a:ext cx="298460" cy="298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151376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Wishlist</a:t>
            </a:r>
            <a:endParaRPr lang="en-US" sz="1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&amp; Favourite outfits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7891272" y="4151376"/>
            <a:ext cx="3429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Chinmaya Apoorva</a:t>
            </a:r>
            <a:endParaRPr lang="en-US" sz="15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2520030078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5202936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F4ECE2"/>
          </a:solidFill>
          <a:ln w="12700">
            <a:solidFill>
              <a:srgbClr val="E5DDD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68680" y="5404104"/>
            <a:ext cx="621792" cy="62179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B8862E"/>
            </a:solidFill>
            <a:prstDash val="solid"/>
          </a:ln>
        </p:spPr>
      </p:sp>
      <p:pic>
        <p:nvPicPr>
          <p:cNvPr id="23" name="Image 4" descr="/home/claude/fashion_deck/icons/credit_charco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346" y="5565770"/>
            <a:ext cx="298460" cy="298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532180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Page</a:t>
            </a:r>
            <a:endParaRPr lang="en-US" sz="1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summary &amp; Payment UI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7891272" y="5321808"/>
            <a:ext cx="3429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Chinmaya Apoorva</a:t>
            </a:r>
            <a:endParaRPr lang="en-US" sz="15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2520030078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4ECE2"/>
          </a:solidFill>
          <a:ln w="15875">
            <a:solidFill>
              <a:srgbClr val="B8862E"/>
            </a:solidFill>
            <a:prstDash val="solid"/>
          </a:ln>
        </p:spPr>
      </p:sp>
      <p:pic>
        <p:nvPicPr>
          <p:cNvPr id="3" name="Image 0" descr="/home/claude/fashion_deck/icons/cogs_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38912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Details — Kartheek Reddy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1115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2520090015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30368" cy="4434840"/>
          </a:xfrm>
          <a:prstGeom prst="roundRect">
            <a:avLst>
              <a:gd name="adj" fmla="val 2062"/>
            </a:avLst>
          </a:prstGeom>
          <a:solidFill>
            <a:srgbClr val="F4ECE2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1984248"/>
            <a:ext cx="603504" cy="6035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8862E"/>
            </a:solidFill>
            <a:prstDash val="solid"/>
          </a:ln>
        </p:spPr>
      </p:sp>
      <p:pic>
        <p:nvPicPr>
          <p:cNvPr id="8" name="Image 1" descr="/home/claude/fashion_deck/icons/cogs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" y="213512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002536"/>
            <a:ext cx="3904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A1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Admin Panel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932688" y="277063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32688" y="31089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for managing products &amp; fashion collections</a:t>
            </a:r>
            <a:endParaRPr lang="en-US" sz="1400" dirty="0"/>
          </a:p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and delete products</a:t>
            </a:r>
            <a:endParaRPr lang="en-US" sz="1400" dirty="0"/>
          </a:p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categories, outfit collections, and product details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32688" y="507492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932688" y="534924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 |   Express.js   |   MongoDB / MySQL   |   React.js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18504" y="1691640"/>
            <a:ext cx="5230368" cy="4434840"/>
          </a:xfrm>
          <a:prstGeom prst="roundRect">
            <a:avLst>
              <a:gd name="adj" fmla="val 2062"/>
            </a:avLst>
          </a:prstGeom>
          <a:solidFill>
            <a:srgbClr val="F4ECE2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11112" y="1984248"/>
            <a:ext cx="603504" cy="6035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8862E"/>
            </a:solidFill>
            <a:prstDash val="solid"/>
          </a:ln>
        </p:spPr>
      </p:sp>
      <p:pic>
        <p:nvPicPr>
          <p:cNvPr id="16" name="Image 2" descr="/home/claude/fashion_deck/icons/database_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21351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70064" y="2002536"/>
            <a:ext cx="3904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A1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Database Management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6611112" y="277063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611112" y="31089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maintained the database structure</a:t>
            </a:r>
            <a:endParaRPr lang="en-US" sz="1400" dirty="0"/>
          </a:p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user details, products, cart data, and order information</a:t>
            </a:r>
            <a:endParaRPr lang="en-US" sz="1400" dirty="0"/>
          </a:p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backend APIs with the database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611112" y="507492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611112" y="534924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MySQL   |   Mongoose / SQL Queries   |   REST APIs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4ECE2"/>
          </a:solidFill>
          <a:ln w="15875">
            <a:solidFill>
              <a:srgbClr val="B8862E"/>
            </a:solidFill>
            <a:prstDash val="solid"/>
          </a:ln>
        </p:spPr>
      </p:sp>
      <p:pic>
        <p:nvPicPr>
          <p:cNvPr id="3" name="Image 0" descr="/home/claude/fashion_deck/icons/heart_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38912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Details — Chinmaya Apoorva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1115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2520030078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30368" cy="4434840"/>
          </a:xfrm>
          <a:prstGeom prst="roundRect">
            <a:avLst>
              <a:gd name="adj" fmla="val 2062"/>
            </a:avLst>
          </a:prstGeom>
          <a:solidFill>
            <a:srgbClr val="F4ECE2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1984248"/>
            <a:ext cx="603504" cy="6035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8862E"/>
            </a:solidFill>
            <a:prstDash val="solid"/>
          </a:ln>
        </p:spPr>
      </p:sp>
      <p:pic>
        <p:nvPicPr>
          <p:cNvPr id="8" name="Image 1" descr="/home/claude/fashion_deck/icons/heart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" y="213512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002536"/>
            <a:ext cx="3904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A1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Cart &amp; Wishlist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932688" y="277063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32688" y="31089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functionality for adding and removing fashion items</a:t>
            </a:r>
            <a:endParaRPr lang="en-US" sz="1400" dirty="0"/>
          </a:p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feature to save favourite outfits</a:t>
            </a:r>
            <a:endParaRPr lang="en-US" sz="1400" dirty="0"/>
          </a:p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quantity updates and cart calculations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32688" y="507492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932688" y="534924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 |   JavaScript   |   Local Storage / API Integration   |   Bootstrap / CSS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18504" y="1691640"/>
            <a:ext cx="5230368" cy="4434840"/>
          </a:xfrm>
          <a:prstGeom prst="roundRect">
            <a:avLst>
              <a:gd name="adj" fmla="val 2062"/>
            </a:avLst>
          </a:prstGeom>
          <a:solidFill>
            <a:srgbClr val="F4ECE2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11112" y="1984248"/>
            <a:ext cx="603504" cy="6035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8862E"/>
            </a:solidFill>
            <a:prstDash val="solid"/>
          </a:ln>
        </p:spPr>
      </p:sp>
      <p:pic>
        <p:nvPicPr>
          <p:cNvPr id="16" name="Image 2" descr="/home/claude/fashion_deck/icons/credit_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21351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70064" y="2002536"/>
            <a:ext cx="3904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A1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Checkout Page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6611112" y="277063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611112" y="31089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checkout interface for placing orders</a:t>
            </a:r>
            <a:endParaRPr lang="en-US" sz="1400" dirty="0"/>
          </a:p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order summary and address form pages</a:t>
            </a:r>
            <a:endParaRPr lang="en-US" sz="1400" dirty="0"/>
          </a:p>
          <a:p>
            <a:pPr marL="177800" indent="-177800">
              <a:lnSpc>
                <a:spcPct val="132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payment UI and order confirmation process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611112" y="507492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611112" y="534924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 |   HTML/CSS   |   JavaScript   |   Payment Gateway UI Integration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4ECE2"/>
          </a:solidFill>
          <a:ln w="15875">
            <a:solidFill>
              <a:srgbClr val="B8862E"/>
            </a:solidFill>
            <a:prstDash val="solid"/>
          </a:ln>
        </p:spPr>
      </p:sp>
      <p:pic>
        <p:nvPicPr>
          <p:cNvPr id="3" name="Image 0" descr="/home/claude/fashion_deck/icons/gem_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38912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F4ECE2"/>
          </a:solidFill>
          <a:ln w="13970">
            <a:solidFill>
              <a:srgbClr val="B8862E"/>
            </a:solidFill>
            <a:prstDash val="solid"/>
          </a:ln>
        </p:spPr>
      </p:sp>
      <p:pic>
        <p:nvPicPr>
          <p:cNvPr id="6" name="Image 1" descr="/home/claude/fashion_deck/icons/react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2274570"/>
            <a:ext cx="251460" cy="251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1488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3044952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9" name="Text 5"/>
          <p:cNvSpPr/>
          <p:nvPr/>
        </p:nvSpPr>
        <p:spPr>
          <a:xfrm>
            <a:off x="804672" y="304495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3849624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3849624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654296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13" name="Text 9"/>
          <p:cNvSpPr/>
          <p:nvPr/>
        </p:nvSpPr>
        <p:spPr>
          <a:xfrm>
            <a:off x="804672" y="4654296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5458968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15" name="Text 11"/>
          <p:cNvSpPr/>
          <p:nvPr/>
        </p:nvSpPr>
        <p:spPr>
          <a:xfrm>
            <a:off x="804672" y="5458968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433572" y="2148840"/>
            <a:ext cx="502920" cy="502920"/>
          </a:xfrm>
          <a:prstGeom prst="ellipse">
            <a:avLst/>
          </a:prstGeom>
          <a:solidFill>
            <a:srgbClr val="F4ECE2"/>
          </a:solidFill>
          <a:ln w="13970">
            <a:solidFill>
              <a:srgbClr val="B8862E"/>
            </a:solidFill>
            <a:prstDash val="solid"/>
          </a:ln>
        </p:spPr>
      </p:sp>
      <p:pic>
        <p:nvPicPr>
          <p:cNvPr id="17" name="Image 2" descr="/home/claude/fashion_deck/icons/node_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302" y="227457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73652" y="21488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433572" y="3044952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20" name="Text 15"/>
          <p:cNvSpPr/>
          <p:nvPr/>
        </p:nvSpPr>
        <p:spPr>
          <a:xfrm>
            <a:off x="3598164" y="304495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433572" y="3849624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22" name="Text 17"/>
          <p:cNvSpPr/>
          <p:nvPr/>
        </p:nvSpPr>
        <p:spPr>
          <a:xfrm>
            <a:off x="3598164" y="3849624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3433572" y="4654296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24" name="Text 19"/>
          <p:cNvSpPr/>
          <p:nvPr/>
        </p:nvSpPr>
        <p:spPr>
          <a:xfrm>
            <a:off x="3598164" y="4654296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227064" y="2148840"/>
            <a:ext cx="502920" cy="502920"/>
          </a:xfrm>
          <a:prstGeom prst="ellipse">
            <a:avLst/>
          </a:prstGeom>
          <a:solidFill>
            <a:srgbClr val="F4ECE2"/>
          </a:solidFill>
          <a:ln w="13970">
            <a:solidFill>
              <a:srgbClr val="B8862E"/>
            </a:solidFill>
            <a:prstDash val="solid"/>
          </a:ln>
        </p:spPr>
      </p:sp>
      <p:pic>
        <p:nvPicPr>
          <p:cNvPr id="26" name="Image 3" descr="/home/claude/fashion_deck/icons/database_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794" y="2274570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67144" y="21488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6227064" y="3044952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29" name="Text 23"/>
          <p:cNvSpPr/>
          <p:nvPr/>
        </p:nvSpPr>
        <p:spPr>
          <a:xfrm>
            <a:off x="6391656" y="304495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227064" y="3849624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31" name="Text 25"/>
          <p:cNvSpPr/>
          <p:nvPr/>
        </p:nvSpPr>
        <p:spPr>
          <a:xfrm>
            <a:off x="6391656" y="3849624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227064" y="4654296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33" name="Text 27"/>
          <p:cNvSpPr/>
          <p:nvPr/>
        </p:nvSpPr>
        <p:spPr>
          <a:xfrm>
            <a:off x="6391656" y="4654296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/ SQL Queries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9020556" y="2148840"/>
            <a:ext cx="502920" cy="502920"/>
          </a:xfrm>
          <a:prstGeom prst="ellipse">
            <a:avLst/>
          </a:prstGeom>
          <a:solidFill>
            <a:srgbClr val="F4ECE2"/>
          </a:solidFill>
          <a:ln w="13970">
            <a:solidFill>
              <a:srgbClr val="B8862E"/>
            </a:solidFill>
            <a:prstDash val="solid"/>
          </a:ln>
        </p:spPr>
      </p:sp>
      <p:pic>
        <p:nvPicPr>
          <p:cNvPr id="35" name="Image 4" descr="/home/claude/fashion_deck/icons/cogs_charco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6286" y="2274570"/>
            <a:ext cx="251460" cy="2514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60636" y="21488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1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9020556" y="3044952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38" name="Text 31"/>
          <p:cNvSpPr/>
          <p:nvPr/>
        </p:nvSpPr>
        <p:spPr>
          <a:xfrm>
            <a:off x="9185148" y="304495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9020556" y="3849624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40" name="Text 33"/>
          <p:cNvSpPr/>
          <p:nvPr/>
        </p:nvSpPr>
        <p:spPr>
          <a:xfrm>
            <a:off x="9185148" y="3849624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UI Integration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9020556" y="4654296"/>
            <a:ext cx="2542032" cy="585216"/>
          </a:xfrm>
          <a:prstGeom prst="roundRect">
            <a:avLst>
              <a:gd name="adj" fmla="val 12500"/>
            </a:avLst>
          </a:prstGeom>
          <a:solidFill>
            <a:srgbClr val="EEE3D4"/>
          </a:solidFill>
          <a:ln/>
        </p:spPr>
      </p:sp>
      <p:sp>
        <p:nvSpPr>
          <p:cNvPr id="42" name="Text 35"/>
          <p:cNvSpPr/>
          <p:nvPr/>
        </p:nvSpPr>
        <p:spPr>
          <a:xfrm>
            <a:off x="9185148" y="4654296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645920"/>
            <a:ext cx="4754880" cy="4754880"/>
          </a:xfrm>
          <a:prstGeom prst="ellipse">
            <a:avLst/>
          </a:prstGeom>
          <a:ln w="15875">
            <a:solidFill>
              <a:srgbClr val="B8862E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846320"/>
            <a:ext cx="2834640" cy="2834640"/>
          </a:xfrm>
          <a:prstGeom prst="ellipse">
            <a:avLst/>
          </a:prstGeom>
          <a:ln w="12700">
            <a:solidFill>
              <a:srgbClr val="B8862E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30088" y="1417320"/>
            <a:ext cx="731520" cy="731520"/>
          </a:xfrm>
          <a:prstGeom prst="ellipse">
            <a:avLst/>
          </a:prstGeom>
          <a:solidFill>
            <a:srgbClr val="1A1816"/>
          </a:solidFill>
          <a:ln w="19050">
            <a:solidFill>
              <a:srgbClr val="B8862E"/>
            </a:solidFill>
            <a:prstDash val="solid"/>
          </a:ln>
        </p:spPr>
      </p:sp>
      <p:pic>
        <p:nvPicPr>
          <p:cNvPr id="5" name="Image 0" descr="/home/claude/fashion_deck/icons/gem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968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4231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Lookbook &amp; Style Guide — Project Abstract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Podduturi Kartheek Reddy (2520090015)    •    Muppana Chinmaya Apoorva (2520030078)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Lookbook &amp; Style Guide - Project Abstract</dc:title>
  <dc:subject>PptxGenJS Presentation</dc:subject>
  <dc:creator>Podduturi Kartheek Reddy &amp; Muppana Chinmaya Apoorva</dc:creator>
  <cp:lastModifiedBy>Podduturi Kartheek Reddy &amp; Muppana Chinmaya Apoorva</cp:lastModifiedBy>
  <cp:revision>1</cp:revision>
  <dcterms:created xsi:type="dcterms:W3CDTF">2026-06-18T11:27:37Z</dcterms:created>
  <dcterms:modified xsi:type="dcterms:W3CDTF">2026-06-18T11:27:37Z</dcterms:modified>
</cp:coreProperties>
</file>