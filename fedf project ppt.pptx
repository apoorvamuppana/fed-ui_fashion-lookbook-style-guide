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klh-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Relationship Id="rId9" Type="http://schemas.openxmlformats.org/officeDocument/2006/relationships/image" Target="../media/klh-logo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klh-logo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klh-logo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Relationship Id="rId8" Type="http://schemas.openxmlformats.org/officeDocument/2006/relationships/image" Target="../media/klh-logo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klh-logo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klh-logo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4" Type="http://schemas.openxmlformats.org/officeDocument/2006/relationships/image" Target="../media/klh-logo.png"/><Relationship Id="rId5" Type="http://schemas.openxmlformats.org/officeDocument/2006/relationships/image" Target="../media/ui_screenshot1.png"/><Relationship Id="rId6" Type="http://schemas.openxmlformats.org/officeDocument/2006/relationships/image" Target="../media/ui_screenshot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2132" cy="50006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1880949"/>
            <a:ext cx="428625" cy="3429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-5400000">
            <a:off x="839391" y="3016448"/>
            <a:ext cx="11787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8" kern="0" dirty="0">
                <a:solidFill>
                  <a:srgbClr val="C5A059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EST. 2026</a:t>
            </a:r>
            <a:endParaRPr lang="en-US" sz="850" dirty="0"/>
          </a:p>
        </p:txBody>
      </p:sp>
      <p:sp>
        <p:nvSpPr>
          <p:cNvPr id="7" name="Text 2"/>
          <p:cNvSpPr/>
          <p:nvPr/>
        </p:nvSpPr>
        <p:spPr>
          <a:xfrm>
            <a:off x="3286125" y="859678"/>
            <a:ext cx="54292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spc="3" kern="0" dirty="0">
                <a:solidFill>
                  <a:srgbClr val="C5A05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MODERN WEB DEVELOPMENT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3286125" y="1826065"/>
            <a:ext cx="542925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Fashion Lookbook</a:t>
            </a:r>
            <a:r>
              <a:rPr lang="en-US" sz="43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43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&amp; Style Guide</a:t>
            </a:r>
            <a:endParaRPr lang="en-US" sz="4350" dirty="0"/>
          </a:p>
        </p:txBody>
      </p:sp>
      <p:sp>
        <p:nvSpPr>
          <p:cNvPr id="9" name="Text 4"/>
          <p:cNvSpPr/>
          <p:nvPr/>
        </p:nvSpPr>
        <p:spPr>
          <a:xfrm>
            <a:off x="3286125" y="3253364"/>
            <a:ext cx="6750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spc="1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TEAM LEAD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3286125" y="3400509"/>
            <a:ext cx="1185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P. Kartheek reddy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286125" y="3670520"/>
            <a:ext cx="8733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spc="1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ID: 2520090015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757738" y="3253364"/>
            <a:ext cx="8786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spc="1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TEAM MEMBER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4757738" y="3400509"/>
            <a:ext cx="8965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Apoorva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757738" y="3670520"/>
            <a:ext cx="8965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spc="1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ID: 2520030078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3286125" y="4031977"/>
            <a:ext cx="5429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5A05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"Curating outfits and simplifying fashion discovery through modern web technologies."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14375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1.1 PROBLEM STATEMENT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71500" y="1270276"/>
            <a:ext cx="3134990" cy="138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Fragmented Fashion Discovery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571500" y="2930416"/>
            <a:ext cx="3214688" cy="6171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digital landscapes fail to provide a cohesive and interactive styling experience for modern consumers.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3786188" y="714375"/>
            <a:ext cx="357188" cy="35718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631" y="835819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86188" y="1157288"/>
            <a:ext cx="23074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Information Overload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786188" y="1501973"/>
            <a:ext cx="23074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Users struggle to find cohesive styling advice across multiple fragmented platforms and disparate sources.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6265069" y="714375"/>
            <a:ext cx="357188" cy="35718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513" y="835819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65069" y="1157288"/>
            <a:ext cx="23074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Static Content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265069" y="1501973"/>
            <a:ext cx="23074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fashion blogs lack the interactivity and personalized filtering capabilities required by modern users.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3786188" y="2302073"/>
            <a:ext cx="357188" cy="35718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488" y="2423517"/>
            <a:ext cx="128588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86188" y="2744986"/>
            <a:ext cx="23074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Organization Gap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3786188" y="3089672"/>
            <a:ext cx="23074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There is no centralized way for users to effectively save, categorize, and visualize their unique outfit combinations.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265069" y="2302073"/>
            <a:ext cx="357188" cy="357188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656" y="2423517"/>
            <a:ext cx="100013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65069" y="2744986"/>
            <a:ext cx="23074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Inaccessible Inspiration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265069" y="3089672"/>
            <a:ext cx="23074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High-end styling remains out of reach for average consumers without curated, technology-driven guidance.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571500"/>
            <a:ext cx="8286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1.2 OBJECTIVE &amp; FEATURES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0358" y="1013101"/>
            <a:ext cx="8265012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Streamlining Style Discovery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28625" y="1654587"/>
            <a:ext cx="6429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primary objective is to create a responsive React application that empowers users to explore, organize, and manage fashion trends with unprecedented ease.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" y="2554700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8625" y="2976181"/>
            <a:ext cx="2000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DYNAMIC FILTERING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28625" y="3311937"/>
            <a:ext cx="20002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Sophisticated categorization allows users to filter styles by occasion, season, or personal preference instantly.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891" y="2554700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71875" y="2976181"/>
            <a:ext cx="2000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INTERACTIVE LOOKBOOKS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3571875" y="3311937"/>
            <a:ext cx="20002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centralized hub for users to create, curate, and manage their own personalized fashion collections.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141" y="2554700"/>
            <a:ext cx="192881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15125" y="2976181"/>
            <a:ext cx="2000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E-COMMERCE READY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6715125" y="3311937"/>
            <a:ext cx="20002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Integrated cart and wishlist features bridge the gap between inspiration and the final transaction phase.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14375"/>
            <a:ext cx="3429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2.1 SOFTWARE &amp; TOOLS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71500" y="1241701"/>
            <a:ext cx="3429000" cy="138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 High-Performance Environment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571500" y="2887554"/>
            <a:ext cx="3429000" cy="6171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development workflow is anchored by industry-standard tools that ensure code quality, version control, and efficient debugging.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91133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71975" y="457200"/>
            <a:ext cx="42005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VISUAL STUDIO CODE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371975" y="728663"/>
            <a:ext cx="42005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IDE for writing clean, modular React components with advanced linting and formatting.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204057"/>
            <a:ext cx="166092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71975" y="1170124"/>
            <a:ext cx="42005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371975" y="1441586"/>
            <a:ext cx="42005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Robust version control for tracking progress and enabling collaborative development workflows.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1916981"/>
            <a:ext cx="214313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71975" y="1883048"/>
            <a:ext cx="42005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NPM / YARN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4371975" y="2154510"/>
            <a:ext cx="42005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Efficient package management for handling complex project dependencies and scripts.</a:t>
            </a:r>
            <a:endParaRPr lang="en-US" sz="8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2629905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371975" y="2595972"/>
            <a:ext cx="42005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POSTMAN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4371975" y="2867434"/>
            <a:ext cx="42005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Essential tool for testing and documenting RESTful API endpoints during backend integration.</a:t>
            </a:r>
            <a:endParaRPr lang="en-US" sz="8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0" y="3342829"/>
            <a:ext cx="166092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371975" y="3308896"/>
            <a:ext cx="42005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CHROME DEVTOOLS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4371975" y="3580358"/>
            <a:ext cx="42005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Crucial for real-time debugging, performance monitoring, and responsive design testing.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2.2 TECH STACK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571500" y="834675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Full-Stack Architecture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571500" y="1531888"/>
            <a:ext cx="3711178" cy="14644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FRONTEND &amp; STYLING</a:t>
            </a:r>
            <a:endParaRPr lang="en-US" sz="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2293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1856929"/>
            <a:ext cx="34254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React.js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7250" y="2121247"/>
            <a:ext cx="34254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library for building a dynamic, component-based user interface with efficient state management.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5268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7250" y="2799904"/>
            <a:ext cx="34254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57250" y="3064222"/>
            <a:ext cx="34254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Utility-first framework for crafting responsive, magazine-style layouts with precision and speed.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861322" y="1531888"/>
            <a:ext cx="3711178" cy="14644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BACKEND &amp; DATA</a:t>
            </a:r>
            <a:endParaRPr lang="en-US" sz="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322" y="1912293"/>
            <a:ext cx="150019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47072" y="1856929"/>
            <a:ext cx="34254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Node.js &amp; Express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5147072" y="2121247"/>
            <a:ext cx="34254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Robust server-side environment providing high-performance API endpoints and middleware logic.</a:t>
            </a:r>
            <a:endParaRPr lang="en-US" sz="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322" y="2855268"/>
            <a:ext cx="150019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47072" y="2799904"/>
            <a:ext cx="34254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MongoDB / MySQL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5147072" y="3064222"/>
            <a:ext cx="34254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database solutions for persistent storage of user profiles, lookbooks, and fashion data.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2" y="0"/>
            <a:ext cx="80057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428625"/>
            <a:ext cx="8286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3.1 APP LAYOUT &amp; WIREFRAME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28625" y="870226"/>
            <a:ext cx="828675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Visualizing the User Interface</a:t>
            </a:r>
            <a:endParaRPr lang="en-US" sz="2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61731"/>
            <a:ext cx="121444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1506" y="1640300"/>
            <a:ext cx="153054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MINIMALIST HEADER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28625" y="1911762"/>
            <a:ext cx="25908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Clean, high-contrast navigation bar featuring Home, Lookbooks, Wishlist, and Profile links with elegant hover states.</a:t>
            </a:r>
            <a:endParaRPr lang="en-US" sz="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831827"/>
            <a:ext cx="135731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5794" y="2810396"/>
            <a:ext cx="110192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HERO SECTION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428625" y="3081858"/>
            <a:ext cx="25908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Large-scale editorial imagery showcasing featured seasonal trends and primary calls-to-action for discovery.</a:t>
            </a:r>
            <a:endParaRPr lang="en-US" sz="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9" y="1661731"/>
            <a:ext cx="121444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69491" y="1640300"/>
            <a:ext cx="9894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GRID LAYOUT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3276609" y="1911762"/>
            <a:ext cx="25908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Responsive masonry-style grid for individual fashion items, utilizing generous white space and balanced proportions.</a:t>
            </a:r>
            <a:endParaRPr lang="en-US" sz="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9" y="2831827"/>
            <a:ext cx="121444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469491" y="2810396"/>
            <a:ext cx="175200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CONTEXTUAL SIDEBARS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3276609" y="3081858"/>
            <a:ext cx="259080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Slide-out or fixed filtering panels for quick style discovery by occasion, season, or color palette.</a:t>
            </a:r>
            <a:endParaRPr lang="en-US" sz="8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594" y="1661731"/>
            <a:ext cx="150019" cy="1143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346050" y="1640300"/>
            <a:ext cx="5965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FOOTER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6124594" y="1911762"/>
            <a:ext cx="25908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Essential links, social media integration, and newsletter signup framed in a sophisticated dark background.</a:t>
            </a:r>
            <a:endParaRPr lang="en-US" sz="8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594" y="2831827"/>
            <a:ext cx="92869" cy="1143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288900" y="2810396"/>
            <a:ext cx="15359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RESPONSIVE DESIGN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6124594" y="3081858"/>
            <a:ext cx="25908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Fluid transitions between desktop, tablet, and mobile views to ensure a premium experience on all devices.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3429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3.2 REACT ORGANIZATION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1298851"/>
            <a:ext cx="342900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Modular &amp; Scalable Structure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71500" y="2424661"/>
            <a:ext cx="3429000" cy="6171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clean directory architecture is essential for maintaining large-scale React applications and ensuring developer productivity.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007644" y="628650"/>
            <a:ext cx="107156" cy="714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238" y="558998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7706" y="528638"/>
            <a:ext cx="4064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src/components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07706" y="714375"/>
            <a:ext cx="406479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Reusable UI elements like Buttons, Cards, and Modals that form the building blocks of the interface.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007644" y="1232297"/>
            <a:ext cx="107156" cy="714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38" y="1162645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07706" y="1132284"/>
            <a:ext cx="4064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src/pages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507706" y="1318022"/>
            <a:ext cx="406479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High-level views including Dashboard, Lookbook, and Checkout that represent distinct application routes.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007644" y="1835944"/>
            <a:ext cx="107156" cy="714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238" y="1766292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07706" y="1735931"/>
            <a:ext cx="4064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src/hooks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507706" y="1921669"/>
            <a:ext cx="406479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 React hooks for abstracting complex state management and side-effect logic.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4007644" y="2294930"/>
            <a:ext cx="107156" cy="714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238" y="2225278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07706" y="2194917"/>
            <a:ext cx="4064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src/services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507706" y="2380655"/>
            <a:ext cx="406479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API calling functions and data transformation logic for cleaner component code.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4007644" y="2898577"/>
            <a:ext cx="107156" cy="714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6238" y="2828925"/>
            <a:ext cx="142875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07706" y="2798564"/>
            <a:ext cx="40647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src/assets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4507706" y="2984302"/>
            <a:ext cx="406479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Optimized images, custom fonts, and global styling configurations that define the visual identity.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4.1 MAIN APPLICATION LOGIC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70226"/>
            <a:ext cx="800100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Orchestrating the Core Flow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71500" y="1618869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DYNAMIC ROUTING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0799" y="1906405"/>
            <a:ext cx="4393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Utilizing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210140" y="1897475"/>
            <a:ext cx="10972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react-router-dom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307431" y="1906405"/>
            <a:ext cx="18359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manage seamless page transitions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055614" y="2077855"/>
            <a:ext cx="20877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deep linking without full page reloads.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3240500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SECURE AUTHENTICATION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3511962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Implementing protected routes and session handling to ensure secure access to personalized lookbooks.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00625" y="2047494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DATA FETCHING SERVICES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00625" y="2318956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API services handle asynchronous requests to the fashion database, ensuring clean component logic.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00625" y="3669125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UNIDIRECTIONAL STATE FLOW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00625" y="3940587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Maintaining a predictable data flow across the application to ensure consistent UI updates and easier debugging.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00625" y="4397787"/>
            <a:ext cx="3571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Predictable. Scalable. Elegant.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7231"/>
            <a:ext cx="3571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4.2 REACT HOOKS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1291707"/>
            <a:ext cx="3571875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Dynamic State &amp; Lifecycle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728663" y="2503243"/>
            <a:ext cx="34147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useState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28663" y="2790778"/>
            <a:ext cx="3414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local UI states such as search queries, filtering options, and modal visibility.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28663" y="3390853"/>
            <a:ext cx="34147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useEffect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8663" y="3678389"/>
            <a:ext cx="3414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Handling side effects like fetching lookbook data from the API on component mount.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143375" y="1518047"/>
            <a:ext cx="4429125" cy="23860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143375" y="1518047"/>
            <a:ext cx="4429125" cy="2857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8"/>
          <p:cNvSpPr/>
          <p:nvPr/>
        </p:nvSpPr>
        <p:spPr>
          <a:xfrm>
            <a:off x="4357688" y="1875234"/>
            <a:ext cx="40005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5A05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 xml:space="preserve"> [items, setItems] = </a:t>
            </a:r>
            <a:r>
              <a:rPr lang="en-US" sz="950" dirty="0">
                <a:solidFill>
                  <a:srgbClr val="88C0D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useState</a:t>
            </a: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([]);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57688" y="2209540"/>
            <a:ext cx="40005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C0D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useEffect</a:t>
            </a: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(() =&gt; {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471988" y="2490267"/>
            <a:ext cx="184308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Fetching fashion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471988" y="2735275"/>
            <a:ext cx="38862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C0D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fetchItems</a:t>
            </a: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().</a:t>
            </a:r>
            <a:r>
              <a:rPr lang="en-US" sz="950" dirty="0">
                <a:solidFill>
                  <a:srgbClr val="88C0D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then</a:t>
            </a: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(data =&gt; {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86288" y="2998143"/>
            <a:ext cx="37719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8C0D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setItems</a:t>
            </a: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(data);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471988" y="3261010"/>
            <a:ext cx="38862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57688" y="3523878"/>
            <a:ext cx="40005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DFBF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}, []);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43375" y="4018359"/>
            <a:ext cx="4429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i="1" spc="1" kern="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CLEAN. MODULAR. REACTIVE.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5.1 USER INTERFACE &amp; WORKFLOW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70226"/>
            <a:ext cx="800100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Journey from Discovery to Checkout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1200150" y="1761744"/>
            <a:ext cx="457200" cy="457200"/>
          </a:xfrm>
          <a:prstGeom prst="ellipse">
            <a:avLst/>
          </a:prstGeom>
          <a:solidFill>
            <a:srgbClr val="1A1A1A"/>
          </a:solidFill>
          <a:ln w="18288">
            <a:solidFill>
              <a:srgbClr val="FDFB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00150" y="17617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8162" y="2368962"/>
            <a:ext cx="84117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740437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Browsing the curated fashion grid with real-time filtering by occasion and season.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3524464"/>
            <a:ext cx="171450" cy="1714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5641" y="1761744"/>
            <a:ext cx="457200" cy="457200"/>
          </a:xfrm>
          <a:prstGeom prst="ellipse">
            <a:avLst/>
          </a:prstGeom>
          <a:solidFill>
            <a:srgbClr val="1A1A1A"/>
          </a:solidFill>
          <a:ln w="18288">
            <a:solidFill>
              <a:srgbClr val="FDFB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95641" y="17617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117047" y="2368962"/>
            <a:ext cx="8143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666991" y="2740437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Adding desired items to the personal wishlist or lookbook collection for future styling.</a:t>
            </a:r>
            <a:endParaRPr lang="en-US" sz="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16" y="3524464"/>
            <a:ext cx="171450" cy="1714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391131" y="1761744"/>
            <a:ext cx="457200" cy="457200"/>
          </a:xfrm>
          <a:prstGeom prst="ellipse">
            <a:avLst/>
          </a:prstGeom>
          <a:solidFill>
            <a:srgbClr val="1A1A1A"/>
          </a:solidFill>
          <a:ln w="18288">
            <a:solidFill>
              <a:srgbClr val="FDFBF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391131" y="17617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87522" y="2368962"/>
            <a:ext cx="10644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62481" y="2740437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Organizing and visualizing outfit combinations within the personalized user dashboard.</a:t>
            </a:r>
            <a:endParaRPr lang="en-US" sz="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006" y="3524464"/>
            <a:ext cx="171450" cy="17145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486622" y="1761744"/>
            <a:ext cx="457200" cy="457200"/>
          </a:xfrm>
          <a:prstGeom prst="ellipse">
            <a:avLst/>
          </a:prstGeom>
          <a:solidFill>
            <a:srgbClr val="1A1A1A"/>
          </a:solidFill>
          <a:ln w="18288">
            <a:solidFill>
              <a:srgbClr val="FDFBF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486622" y="176174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191942" y="2368962"/>
            <a:ext cx="10465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7972" y="2740437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Seamless checkout workflow with order summary and integrated payment interface.</a:t>
            </a:r>
            <a:endParaRPr lang="en-US" sz="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781" y="3524464"/>
            <a:ext cx="192881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6.1 PROJECT SUMMARY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870226"/>
            <a:ext cx="800100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Advancing Fashion Discovery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71500" y="1547431"/>
            <a:ext cx="7379494" cy="5322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"Successfully bridging the gap between static inspiration and interactive digital management through a premium, responsive fashion platform."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1500" y="2508266"/>
            <a:ext cx="2286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INNOVATION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71500" y="2719006"/>
            <a:ext cx="2286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Digital Curation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3113698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Transformed traditional fashion browsing into a dynamic, user-led experience with real-time filtering and personalized lookbooks.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29000" y="2508266"/>
            <a:ext cx="2286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SCALABILITY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429000" y="2719006"/>
            <a:ext cx="2286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29000" y="3113698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Developed a robust React-based foundation that allows for seamless future integration of AI-driven styling and social features.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86500" y="2508266"/>
            <a:ext cx="22860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IMPACT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286500" y="2719006"/>
            <a:ext cx="2286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Centralized Solution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86500" y="3113698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Provided a sophisticated digital environment for modern enthusiasts to organize, visualize, and manage their unique style journeys.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52863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3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6.2 KEY TECHNICAL LEARNINGS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71500" y="1120257"/>
            <a:ext cx="5286375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1A1A1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Reflections &amp; Future Directions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71500" y="2481811"/>
            <a:ext cx="25360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COMPONENT MASTERY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728271"/>
            <a:ext cx="25360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Deepened understanding of React's lifecycle and state management for building highly interactive UIs.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321844" y="2481811"/>
            <a:ext cx="25360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ARCHITECTURE DESIGN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321844" y="2728271"/>
            <a:ext cx="25360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Learned the critical importance of a clean, modular folder structure for long-term project scalability.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3521227"/>
            <a:ext cx="25360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UI/UX FOCUS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3767686"/>
            <a:ext cx="25360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Prioritized the user journey and accessibility, ensuring a premium experience across all digital touchpoints.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321844" y="3521227"/>
            <a:ext cx="25360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FUTURE AI INTEGRATION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21844" y="3767686"/>
            <a:ext cx="253603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Exploring machine learning models to provide personalized outfit recommendations based on user behavior.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1500" y="4714233"/>
            <a:ext cx="52863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C5A05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FOR YOUR ATTENTION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286500" y="0"/>
            <a:ext cx="28575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5" y="1807034"/>
            <a:ext cx="285750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6410" y="2535696"/>
            <a:ext cx="143768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Future of</a:t>
            </a:r>
            <a:r>
              <a:rPr lang="en-US" sz="1700" i="1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700" i="1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Digital Style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974086" y="3461482"/>
            <a:ext cx="148232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4" kern="0" dirty="0">
                <a:solidFill>
                  <a:srgbClr val="C5A059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COMPLETE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</p:spPr>
        <p:txBody>
          <a:bodyPr/>
          <a:lstStyle/>
          <a:p/>
        </p:txBody>
      </p:sp>
      <p:pic>
        <p:nvPicPr>
          <p:cNvPr id="999" name="KLH Logo" descr="kl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00574" cy="357188"/>
          </a:xfrm>
          <a:prstGeom prst="rect">
            <a:avLst/>
          </a:prstGeom>
        </p:spPr>
      </p:pic>
      <p:sp>
        <p:nvSpPr>
          <p:cNvPr id="2" name="Section Label"/>
          <p:cNvSpPr/>
          <p:nvPr/>
        </p:nvSpPr>
        <p:spPr>
          <a:xfrm>
            <a:off x="571500" y="390000"/>
            <a:ext cx="3000000" cy="1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0" i="0" dirty="0">
                <a:solidFill>
                  <a:srgbClr val="C9A96E"/>
                </a:solidFill>
                <a:latin typeface="Calibri"/>
              </a:rPr>
              <a:t>5.1 USER INTERFACE</a:t>
            </a:r>
          </a:p>
        </p:txBody>
      </p:sp>
      <p:sp>
        <p:nvSpPr>
          <p:cNvPr id="3" name="Slide Title"/>
          <p:cNvSpPr/>
          <p:nvPr/>
        </p:nvSpPr>
        <p:spPr>
          <a:xfrm>
            <a:off x="571500" y="500000"/>
            <a:ext cx="8001000" cy="2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App's UI Screenshots</a:t>
            </a:r>
          </a:p>
        </p:txBody>
      </p:sp>
      <p:sp>
        <p:nvSpPr>
          <p:cNvPr id="4" name="Subtitle"/>
          <p:cNvSpPr/>
          <p:nvPr/>
        </p:nvSpPr>
        <p:spPr>
          <a:xfrm>
            <a:off x="571500" y="770000"/>
            <a:ext cx="8001000" cy="11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 dirty="0">
                <a:solidFill>
                  <a:srgbClr val="888888"/>
                </a:solidFill>
                <a:latin typeface="Calibri"/>
              </a:rPr>
              <a:t>Live preview of the React application’s key pages and interactions</a:t>
            </a:r>
          </a:p>
        </p:txBody>
      </p:sp>
      <p:pic>
        <p:nvPicPr>
          <p:cNvPr id="5" name="Screenshot Lookbook" descr="ui_screensho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920000"/>
            <a:ext cx="4114800" cy="3800000"/>
          </a:xfrm>
          <a:prstGeom prst="rect">
            <a:avLst/>
          </a:prstGeom>
        </p:spPr>
      </p:pic>
      <p:pic>
        <p:nvPicPr>
          <p:cNvPr id="6" name="Screenshot Garments" descr="ui_screensho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920000"/>
            <a:ext cx="4114800" cy="3800000"/>
          </a:xfrm>
          <a:prstGeom prst="rect">
            <a:avLst/>
          </a:prstGeom>
        </p:spPr>
      </p:pic>
      <p:sp>
        <p:nvSpPr>
          <p:cNvPr id="7" name="Label1"/>
          <p:cNvSpPr/>
          <p:nvPr/>
        </p:nvSpPr>
        <p:spPr>
          <a:xfrm>
            <a:off x="285750" y="4740000"/>
            <a:ext cx="4114800" cy="160000"/>
          </a:xfrm>
          <a:prstGeom prst="rect">
            <a:avLst/>
          </a:prstGeom>
          <a:solidFill>
            <a:srgbClr val="1A1A1A"/>
          </a:solidFill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C9A96E"/>
                </a:solidFill>
                <a:latin typeface="Calibri"/>
              </a:rPr>
              <a:t>Digital Lookbook Page</a:t>
            </a:r>
          </a:p>
        </p:txBody>
      </p:sp>
      <p:sp>
        <p:nvSpPr>
          <p:cNvPr id="8" name="Label2"/>
          <p:cNvSpPr/>
          <p:nvPr/>
        </p:nvSpPr>
        <p:spPr>
          <a:xfrm>
            <a:off x="4743450" y="4740000"/>
            <a:ext cx="4114800" cy="160000"/>
          </a:xfrm>
          <a:prstGeom prst="rect">
            <a:avLst/>
          </a:prstGeom>
          <a:solidFill>
            <a:srgbClr val="1A1A1A"/>
          </a:solidFill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C9A96E"/>
                </a:solidFill>
                <a:latin typeface="Calibri"/>
              </a:rPr>
              <a:t>Garments Collection Page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2026-06-18T12:30:03Z</dcterms:created>
  <dcterms:modified xsi:type="dcterms:W3CDTF">2026-06-18T12:30:03Z</dcterms:modified>
</cp:coreProperties>
</file>